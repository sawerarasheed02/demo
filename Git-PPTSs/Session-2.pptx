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4A39F-BC88-421E-AD53-D01B1FB64E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E6CFD3-88C2-44CF-AADB-C92F1662A6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3C569-9902-47FC-9A40-5D1C4AD4F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F5649-8D09-4888-9C9E-3D2D3438A6F0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BF495-1FB2-4024-8007-12B932051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5DA22-E6F8-487D-B2CD-5BF1B3039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48823-0673-4D71-B8A1-1FC6E0C92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416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578DF-A071-4EF5-A04A-64E91C4E4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BA281-5F32-4010-B13F-C13377775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64684-DC01-41DE-AB15-9534FB73E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F5649-8D09-4888-9C9E-3D2D3438A6F0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8D665-1233-4257-8590-02E85D5B7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18C62-B4DC-485B-BC42-2A0CB4EEF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48823-0673-4D71-B8A1-1FC6E0C92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833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FE84B-7310-412F-ABD2-D7CCDD367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D7F59D-E27F-438A-94AC-C50D2F9BEB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E3042-54C6-4A03-813F-18C9C4981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F5649-8D09-4888-9C9E-3D2D3438A6F0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865D73-BE44-4FD3-87F7-9FACF075B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6E426-AEAA-4F71-AC84-53C7646FB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48823-0673-4D71-B8A1-1FC6E0C92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964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C440F-C806-4C13-B80A-7D282E5CF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9C5C3-06C4-4D3F-87AE-B92B518271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12DB7E-12A8-4FC3-ACCD-C94B0A90EC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B895A8-4DE1-45AE-A80B-12D5F7079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F5649-8D09-4888-9C9E-3D2D3438A6F0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6951A9-CE9D-47D4-90CC-BBBB23A48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996386-D730-4425-A68A-3F8CD9F8B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48823-0673-4D71-B8A1-1FC6E0C92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939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9E071-F2CF-4728-94C7-DA7BEE4AE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47F10D-EDEE-47BE-BB64-47DF03F3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08BE39-4C21-4781-9120-339145C08D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E65CC7-AD7F-4209-BECB-EAF06A5B7E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4F3598-D26A-4137-9D28-E6D6719ADA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F10148-4E90-43AE-B5FE-6BC77A226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F5649-8D09-4888-9C9E-3D2D3438A6F0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D6B37D-2B8D-436B-91CE-D4C0D8F88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6337E4-BEB3-47EC-A2AA-2476610E4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48823-0673-4D71-B8A1-1FC6E0C92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830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2A601-076F-46B7-8C8D-DF0C5AC25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E94DDB-9C73-4422-B33D-BC9E26339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F5649-8D09-4888-9C9E-3D2D3438A6F0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1186AC-75B8-44C2-AE89-EE02B5B38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0899E-CB72-4B4B-92C0-B4FB7263E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48823-0673-4D71-B8A1-1FC6E0C92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811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D5B756-14F3-4D6C-9120-A29406FC6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F5649-8D09-4888-9C9E-3D2D3438A6F0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07867A-9F65-4A65-BD9F-FBB442E12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0AF06-2573-4CD8-87F0-3D28FD0FB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48823-0673-4D71-B8A1-1FC6E0C92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21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36BE1-B946-4317-AC44-9136F5C22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B132C-EB19-4D4D-B6B0-CDA102482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975265-3CB1-4F50-8872-CB3F25D2D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B517F8-7BDA-43D6-A9A1-7A72EBB0B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F5649-8D09-4888-9C9E-3D2D3438A6F0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5452A2-2C3D-41D7-B50A-D417A8112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8187A3-74FB-4787-A753-FD4DA4B1C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48823-0673-4D71-B8A1-1FC6E0C92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125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B0D19-ADFC-4653-BF7F-D55E417F1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00B8DD-D3D7-4DAD-A7EE-3149F91068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057D58-0441-4BEE-AA08-D67F14334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DED878-4E49-4FE2-864B-44FB0365F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F5649-8D09-4888-9C9E-3D2D3438A6F0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67511B-5FE1-4E49-AF5B-901482D29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4F6E85-F0CC-4965-BD80-BF126694A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48823-0673-4D71-B8A1-1FC6E0C92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25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32F01-8AF8-4709-B243-396ED7207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F80E02-8951-4622-A979-DF5037F7BE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CB3C6-2D68-48C4-87E9-D485EFD0D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F5649-8D09-4888-9C9E-3D2D3438A6F0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E1E37-F6FC-476A-85EB-08A9B358A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9EB18-E306-4DFC-9535-498CF5E25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48823-0673-4D71-B8A1-1FC6E0C92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440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BD49C9-2F53-431E-B5D1-68254BCF7A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48F17F-1E04-420B-A132-25A78A0DB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2CFA4-C727-453E-8DA5-B7F544B2E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F5649-8D09-4888-9C9E-3D2D3438A6F0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DD689-BE32-4C3E-AE89-1DA4B3952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E6595-500A-4F48-BFC9-EA3640C96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48823-0673-4D71-B8A1-1FC6E0C92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085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132BBB-7927-4023-A644-2A340EA0C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FAB85F-9FAA-489B-8D07-A5A3EA5FFD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E0D4B-587F-4D3A-A450-D787D1B5A8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1F5649-8D09-4888-9C9E-3D2D3438A6F0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8EF83-5821-4CD1-9638-20F7C93DB9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C0AC1-DC1F-4E85-982C-0B10122996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C48823-0673-4D71-B8A1-1FC6E0C92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661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F9792FA-A99C-4A1C-90A2-1CE52CE91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252" y="723838"/>
            <a:ext cx="9137220" cy="541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676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0A293D-77C6-42AC-BCEC-39C09FDE0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362" y="928687"/>
            <a:ext cx="10201275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872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5EA17E2-5E53-4DF8-A27F-D2AF7B1B9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028" y="957431"/>
            <a:ext cx="10571944" cy="524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318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5A56EB4-0653-4BEA-8882-A0B8E65BD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07" y="828339"/>
            <a:ext cx="11112585" cy="5550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342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5144F2D-AB86-4D20-986D-53784FDB1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719137"/>
            <a:ext cx="9677400" cy="541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848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E7F763D-B14B-49D5-B623-FB416FA3E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769" y="685800"/>
            <a:ext cx="107061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388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0D4F52A-ABA9-4C9D-B493-DD804853A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637" y="676275"/>
            <a:ext cx="10372725" cy="550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602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706D920-C530-44D6-8837-6D97AFA03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175" y="633412"/>
            <a:ext cx="10153650" cy="559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703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C7EF2BB-F334-4243-9D15-5BB109BF9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212" y="695325"/>
            <a:ext cx="9553575" cy="546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975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2AD4D25-7C11-4950-97F3-A76D22331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642" y="885824"/>
            <a:ext cx="10402645" cy="5206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482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C245C99-E776-41D4-ADF8-B07549506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453" y="652462"/>
            <a:ext cx="9756760" cy="570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065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72776B-D3E3-415F-BDA1-F2BFCFF7F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854" y="960960"/>
            <a:ext cx="10664291" cy="5160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756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Maneeha Jawaid</dc:creator>
  <cp:lastModifiedBy>Maneeha Jawaid</cp:lastModifiedBy>
  <cp:revision>1</cp:revision>
  <dcterms:created xsi:type="dcterms:W3CDTF">2025-01-06T11:22:15Z</dcterms:created>
  <dcterms:modified xsi:type="dcterms:W3CDTF">2025-01-06T11:28:35Z</dcterms:modified>
</cp:coreProperties>
</file>