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3ABE-0660-4213-9579-7B48F2DD6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CF178-9595-4F62-A802-D949D91E0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CB11C-22D8-4A49-901B-56059E60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19130-905B-464B-AE6F-4F83090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54DC7-91E8-4BD4-924E-711606F2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2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815D-2B06-4470-AA78-6E77F34B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AA56-43AF-4BF8-9F2B-48F5AE65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05476-7F19-4EB5-853F-437E0EF8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F0D9C-BB70-43C1-9E37-5A3C4AF7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2E4A1-44F2-4953-9B43-73051E52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3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233C-0F19-4C8B-9A2F-842D7D27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F7A7-51C2-4D59-9F5E-C83D30927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5557-F702-477C-BB6B-58A04F01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E02D5-531A-4E60-B753-6A6166C6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5823E-11D6-4246-9D5F-137BD1AA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7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FDC0-707A-4C17-A365-2809A4DF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D39B-8A07-4D21-8E1D-835F52289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E3986-79CB-4E1F-8D8D-A1A5CC6F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8A29C-9375-4E99-B61E-C9051430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162E0-35B3-4935-83C3-B2FF7C4E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CAE7E-D530-4CA5-A3D8-EAE09CEA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8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6983-9B51-4276-B7DB-07F72933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55326-CFBE-4AEA-AAEA-96E6699E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06191-C142-48C2-B0FB-CAD45C62D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B8EB3-B9CD-4808-A09D-300110917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79FFF-9451-4E9D-95F8-9A746311C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C68B1-72BB-461E-8CDA-C95FBF97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FB893-ED7F-4534-AF7B-53B68C74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E37C2-AC5C-4177-8B1A-48B7FB2B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6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F9E5-CBFA-4EC7-BD76-DAD1EE75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FBD13-D031-4062-A46B-F1D6719B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36B56-8AF5-47D4-A16D-44A7DF4F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AF7E3-FAF9-4F7C-8E6D-1AD95B33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6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3D551-2B5D-421E-8E3A-CC93A281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435B8-A23F-4EFD-9021-59B1920D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2EB91-D2E1-431E-A312-637836D6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3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1701-801F-404C-B94E-54EA4AB2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AEE59-D396-4E5C-931E-182A0F65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44189-7387-4B8C-827F-3D4A756E6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243CA-0260-4B22-920C-6386FC6F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FE6AD-B64C-4801-A9D9-2D67E279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A9EF8-B661-4265-9BD5-66A0E1C5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2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6343-FB4D-4499-9DDD-B0FA6571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71E18-AFCD-465A-881A-6CD7601FD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14E3F-4DDB-41AC-8A3F-5CBC90E15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553A1-4B4E-4928-9965-F67380A3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CAF8-7D2A-46FC-8991-C12D20F1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36982-CA2E-49BD-A021-2F5ABF30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0B82-CCFA-477E-9A43-295BA654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A3D03-F014-43F7-B0F4-1CF166B66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BBD8-90F1-49DE-BFCF-8329020D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B04A-6578-4062-992F-4EBB9C84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F78AB-3D5D-44AF-8E7D-392418E5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CB98D-706D-4DA0-A141-9DE80947B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48706-9FED-4326-B258-5875362B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C60FF-2D76-436D-846D-A45966DA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2CE8-7645-4694-BC72-5A6EFC64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FFEBC-5476-4C69-9098-0D820D9F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1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3C4DA-3BBB-4E26-8335-247198BD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82A1C-F913-42D4-95F9-929CEBF39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AC073-CAC9-4BB2-82B8-0DAFE8870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4A5AA-9BA0-408A-8A1A-F5E73C4C68A2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80B1C-F3F4-48F3-B4A5-5F7FFCA17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70DA-F4FB-445A-A273-C13F75BFF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544BE-5BA8-4933-98CA-54240BD7C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7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D2262-09CC-41FC-8C7B-FF3AD4AD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19" y="860612"/>
            <a:ext cx="10447158" cy="513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4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16A386-90D9-493F-84C4-0C693D21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92" y="1097111"/>
            <a:ext cx="10723015" cy="507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6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90CDB3-BB86-46E0-9561-6B36900C2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07" y="994466"/>
            <a:ext cx="10613207" cy="512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963862-895F-4797-94E6-346AA977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704850"/>
            <a:ext cx="100584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9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2348B7-EAB4-43C6-938B-46976B31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56" y="757237"/>
            <a:ext cx="9686981" cy="539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1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917F6A-043E-4513-9796-27BB5E031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97" y="765237"/>
            <a:ext cx="9933006" cy="532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2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19F32A-F748-45A2-941B-2FFA15C3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1" y="766762"/>
            <a:ext cx="10520702" cy="54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3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52170B-7758-4981-8ACC-CFEE83575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619125"/>
            <a:ext cx="94964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1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44125-3136-46DF-ADDE-69E2C0D2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900112"/>
            <a:ext cx="95535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7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CE6C8B-B4BC-44C7-BCAD-E0B1F835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838200"/>
            <a:ext cx="105727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4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ADA1AF-1061-41D6-9CA4-F1F0B46B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01" y="795337"/>
            <a:ext cx="101250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51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17E2F4-0492-442C-9880-0FF715EDE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2" y="1208610"/>
            <a:ext cx="10892935" cy="47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7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1</cp:revision>
  <dcterms:created xsi:type="dcterms:W3CDTF">2025-01-07T10:08:18Z</dcterms:created>
  <dcterms:modified xsi:type="dcterms:W3CDTF">2025-01-07T10:16:09Z</dcterms:modified>
</cp:coreProperties>
</file>