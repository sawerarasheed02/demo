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4BF1-A780-4EED-809B-25414BD7A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BA15B-5FBF-4DCE-B024-0D324FE73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E23F9-0ADF-4966-A426-63CBE49E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E2325-0FC1-4129-BABC-15A563A5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7BFCD-EA05-4D21-9A59-C3ACFBD7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3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4D7E-CB01-4A7C-B2B4-0FA5A136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E9AB6-4C77-46FE-ADF9-E444FD6FD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EE282-1332-44B1-A1A2-D25EAAB3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B6E2-D05E-4CE4-B4EC-AAB3116C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A76D9-8EE6-4798-A096-2DDF03A6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84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78B9-5AE7-4013-BB4D-29038E66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119F2-3924-4B93-8E34-318C872E9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362C-7204-4373-87C6-1FE787BBA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2F8C9-91B2-4245-92C9-617062BE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2BB97-E4B3-4356-A5C3-1DA54E8C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4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69FA-3920-4F77-97A5-C8C7102F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BD9B3-0FE1-4624-923B-A36089653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CB7A9-0687-4643-A4A9-94430639F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7B829-93CD-491A-868C-424E1422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1A1B6-C0A6-4800-85C2-FD57BC31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92E61-F981-40FF-816B-573DACFE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4B8F-F28C-4AEF-A82A-4CE66955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9CD44-5F00-49C8-8C12-7F5D7107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0245C-D957-4135-AFAF-E01FA3BBC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7B33E-5910-4868-93BF-91BA1311E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DD4CE-3D37-4F3D-9BC8-F7DA2A036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67B7E-0B1A-4282-B825-84E821EE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7DC65-2B9E-499A-818B-035D43699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B186C-5CBB-4F90-892F-DDC8A0BE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9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E1FCB-7290-4CF5-A596-44DE926E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36CCB-0D2C-4C01-98B3-246514B5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DBEE8-17DE-4F48-BA2C-E6233D8E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9C89D-51DC-47CE-82E3-7B9AEB1A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0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9CEB04-306D-4041-B619-9894E2A4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47024-0069-4007-8D2C-C424C493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46E47-DF33-49E7-A027-562F296E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BA82-16F4-41E6-8449-6BE7319D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E03D-8631-492D-AF01-1160BDC51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6F9DE-D8CE-4F69-A905-55B59A25B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90DDF-1994-491E-843A-669388B6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34794-7B78-4FD4-92CB-6B11ECED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95CB1-AEE2-4686-82F8-53EE9D19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7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BF4C-4D96-4654-9A03-A3D6A9C6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7F078-2D85-410A-A3E9-00BA7B08F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33535-E2D6-43AF-8DF4-1381AA7E6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BBB23-6173-414B-8105-2B1BCE63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D16-CE77-4AAF-BC53-D6E310CD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1ACA8-0518-4DD1-91BE-95205B4D8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5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4302-9352-4E05-A863-2DBA3C5CE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804C3-7C23-406E-AF6E-F77F1B335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8EE4-42E5-4839-85D1-693A1F04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87DDE-381F-4781-8C0D-F63DCFC15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8C281-F5CB-4A67-A40A-22F35B3D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5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E2A2CA-4C28-466F-9AF9-90D17EDD52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C846E-6ACF-4EFB-92CB-97123BDF8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28068-4CFB-4028-B1D3-9DB5C7C54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B852F-7B91-4C04-9819-15CE512B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E67-9576-44EB-8395-4D81A0F3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6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BC5629-FDF2-4363-9082-6E90C5D4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4959D-2EF6-401A-B309-74AB2F83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07E57-4E9A-48D4-A231-8FB21C97F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57709-1A38-48D8-8F3F-95FA2EC1E8A0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B5D99-18FF-44DC-8598-EC1711955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1EC0C-0A82-454B-8292-E58013F2E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E5CAC-1604-43BD-8FB9-7551F8B6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9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80170C-2A28-4DD0-81FE-E6C3D1E3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67" y="1199870"/>
            <a:ext cx="8956866" cy="445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3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82F348-7C05-4BD6-98EB-9315FB74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221" y="1142137"/>
            <a:ext cx="9167869" cy="457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61FC77-5B5B-42D7-B7A5-300D6766B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1" y="994708"/>
            <a:ext cx="8822335" cy="486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0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0D7299-B39D-4507-B368-4C6C5E16A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419" y="1078117"/>
            <a:ext cx="8255161" cy="487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1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0BDB39-0968-45B7-8E7D-F0B352FAA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862" y="1191753"/>
            <a:ext cx="7975058" cy="473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9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A6EAEF-A811-46A7-A04E-49312D47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042" y="961240"/>
            <a:ext cx="8111266" cy="49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97F0F9-0D82-48A8-B596-3AB248832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14" y="1100137"/>
            <a:ext cx="8673719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0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AF475E-D025-46C5-A9C2-4EAC533F9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951" y="1271587"/>
            <a:ext cx="8510924" cy="464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96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CAF730-75F1-4895-AC85-C9873D05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97" y="1119187"/>
            <a:ext cx="9071978" cy="486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81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6593DC-3770-4496-9AD5-6B6B0B84F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65" y="1171306"/>
            <a:ext cx="10032469" cy="494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69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AF4631-4C5D-4821-B5E1-3E209CD00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79" y="848195"/>
            <a:ext cx="9248140" cy="505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6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339942-AB09-462D-9570-0FE057AD0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57" y="1048141"/>
            <a:ext cx="9468674" cy="500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43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99372E-4C81-4BB2-832D-C5D0D54EE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15" y="1373392"/>
            <a:ext cx="10294397" cy="450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67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3B6F42-2802-43E5-94B0-4F5F703B6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41" y="1388100"/>
            <a:ext cx="8655019" cy="40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07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9AD36F-41DD-477B-8C4B-FD242DE9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44" y="1248167"/>
            <a:ext cx="9600049" cy="436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1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Maneeha Jawaid</dc:creator>
  <cp:lastModifiedBy>Maneeha Jawaid</cp:lastModifiedBy>
  <cp:revision>2</cp:revision>
  <dcterms:created xsi:type="dcterms:W3CDTF">2025-01-06T10:59:13Z</dcterms:created>
  <dcterms:modified xsi:type="dcterms:W3CDTF">2025-01-06T11:21:39Z</dcterms:modified>
</cp:coreProperties>
</file>