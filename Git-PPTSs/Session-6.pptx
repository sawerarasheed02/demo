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53396-2A16-489D-AB6A-39C13D469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43FAE-DDBE-48C1-B97B-A544AF7E8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C254C-C5B6-497B-8D04-63E68EC8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2E535-A7A7-4ECC-B885-504E2EFF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1A811-9A23-4A95-B618-04204F3C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4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2F67-68BF-4F14-84DF-D0785F65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BEDA-7D67-428D-8319-76C209017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7AC60-0380-4B9F-AFA4-AB89A0B4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FD20-480F-4ECF-8506-2A8F51EB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E701-B272-4BFD-9E13-47933EBF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14E2-E583-46E0-909D-8E3AEE2E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F4ED9-C66B-468B-A0FF-339D563D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04567-206D-4B91-9825-CB93A458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E603-01DC-4BEA-B99E-C0B6F2FB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B4670-FA8B-4BB8-BDC5-361DD4FB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4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ABE4-7A0A-4017-8579-DF03802F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42B4B-29EE-41F5-9D26-C7D82069C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4F19C-CF5C-4E74-A33C-8492ACB1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FF6F9-A8F0-425C-BF3B-85BB2417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248CE-1DBD-4EC7-AE91-7C05F561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ACC7D-3B01-4A1D-B67D-C66E4772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7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BCB1-11F8-46FA-A850-A076669DB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8882-CB16-4D6D-AC62-390C8857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911CE-F910-469C-812D-374E55678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7117A-44D7-4B14-A0B8-132D15353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40891-B3BC-47A7-949A-7749015CC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2F0F5-B288-4940-B968-E3922BED7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027AD-C93F-4D02-8E99-41B6C401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05873-8256-4866-B427-689B1029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0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E52C-B03F-4693-9C5D-0E8CACA0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B09F2-C226-4AC5-9007-79EF6592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637F3-4DAA-4933-B645-A45236A4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71C74-3108-4AF0-ABFE-C88250E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3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67A5D-8C4B-4C32-9282-176A33E7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F3C14-2C50-468A-9907-C00297F6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19E23-EFB2-4A04-B446-954E2365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3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F055-FBE7-4E43-8310-E387337D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20E6-2038-4AAE-B52B-520E2F99C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1F31-51CB-4D3F-BD54-1CDC120D0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5230E-90E1-491F-A4F8-82857809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2E958-33D4-4598-A576-A8F65C1A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C09B9-37EA-4C88-BD09-1A2C32CE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2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C630-3064-46F3-B734-F82E66E9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DFF2C-F913-45BD-8DAB-67129FDD1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F62F9-C6E8-4000-A2A1-C55EE328B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8BA0E-759C-4281-9C7E-D2111DE1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1304-5903-4974-9931-71E988D5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D364E-274D-4EA0-9735-EC6C5E39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A5D6-1FD8-409A-9C8A-C0CB90A5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9E1D1-8084-4235-A380-57A8E562E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B26E0-7D57-4543-BCC6-9F40BA7C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0106A-250E-4232-A250-EDD9CAFE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BB990-00F2-479A-B017-53946A04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3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A2D40-0853-419A-88EA-D763CC4BB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EB970-03B1-4CFA-9BDD-9EFDADA49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939C4-80CE-4C85-A4E9-DFC23ECE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98E75-4361-4455-9078-97C4DC70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655CE-50AE-41E3-B9C2-2EE62BC4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2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4D587-D49C-4A1A-9D21-598EAA0E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D16DC-2294-473D-9AF6-D41661556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CB73-F9EE-4F9F-9B33-1A3A3188A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6355B-0CE0-49CC-BC24-7AC460248AB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FF54C-86FE-490C-9D0D-B04E1121B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39C5-54E3-4147-ACBE-DEB3B8DEC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E25F3-BD53-406A-8F59-1AA6DA15A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643A2C-87C4-4D15-B3C8-9F9D9638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47" y="804862"/>
            <a:ext cx="917257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6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E3E36F-85B5-4203-B13A-32350FB5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209282"/>
            <a:ext cx="103155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0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C10A82-5CB2-4A05-A783-C85AA804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795337"/>
            <a:ext cx="988695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2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EAAA4C-2278-47D8-91A7-B678D319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34" y="833437"/>
            <a:ext cx="9295654" cy="539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79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505014-965E-423E-BB15-F36226F4C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914400"/>
            <a:ext cx="99250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8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530CAE-F579-4470-A0E3-393A3AC3E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29" y="918524"/>
            <a:ext cx="9131729" cy="502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8B2FE1-877E-4852-A540-5B95DABA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39" y="704850"/>
            <a:ext cx="98298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5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C80385-6140-42BE-A4AD-9C350142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80" y="866775"/>
            <a:ext cx="9286258" cy="52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75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17E5A3-C0E7-44F6-909A-E8B71631D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80" y="928687"/>
            <a:ext cx="9191008" cy="513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6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547823-66F7-4A69-958E-E3CDC3B2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22" y="1085850"/>
            <a:ext cx="9981528" cy="47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1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BE2EA-1F0D-455A-91C6-F3F29238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87" y="847724"/>
            <a:ext cx="9691163" cy="53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15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60650F-7F1F-40A7-8985-783FAC9E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45" y="1042987"/>
            <a:ext cx="9471267" cy="48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9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1F4186-D9E9-4445-8603-ABA1E8CD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1" y="947737"/>
            <a:ext cx="9637059" cy="506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9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1EC600-F2C2-45A9-9C6A-423ED3062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38" y="963594"/>
            <a:ext cx="10313324" cy="52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5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9FDCA4-D0BE-4E7C-93FA-48C3E375B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50" y="800100"/>
            <a:ext cx="9968825" cy="534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42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B30E7D-E40A-4CD2-A66C-329C50DC0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4" y="781049"/>
            <a:ext cx="9667034" cy="54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27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0FE4C0-12A9-4ABC-9E3F-C9B286473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31" y="931153"/>
            <a:ext cx="9990338" cy="522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21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E2D201-A49F-4B17-88A0-8E0133772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89" y="857249"/>
            <a:ext cx="10168274" cy="527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F85D5-13D1-4BA6-AA45-08F59B9BF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767" y="890587"/>
            <a:ext cx="9459908" cy="517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81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B6EF4E-98E4-4245-89D9-CE1C47C5A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25" y="1143000"/>
            <a:ext cx="10516537" cy="460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9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72A9C2-433C-4C2A-BA2B-B2E123B3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77" y="748273"/>
            <a:ext cx="10627348" cy="515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3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1</cp:revision>
  <dcterms:created xsi:type="dcterms:W3CDTF">2025-01-07T10:22:15Z</dcterms:created>
  <dcterms:modified xsi:type="dcterms:W3CDTF">2025-01-07T10:28:35Z</dcterms:modified>
</cp:coreProperties>
</file>