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292A-8804-4289-9E99-06B301F69A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2D31CF-96CC-4AD1-B0A6-5A354188F1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19E7B-7399-4672-9B4B-8843265AD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2D782-4A2A-4BB7-90F9-3C6A836380CC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C12EA-25D4-4F46-A1DD-081D1D0A9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F79AB-606B-4846-924C-5A2CCAB2B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CDEE-385A-4759-AE5C-BF5D95B5A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675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AF0AD-C758-4A53-BC07-378B3C315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BF1B9-32BD-42B1-B91F-8390C3859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3CB79-AE07-4257-9706-91A65EE91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2D782-4A2A-4BB7-90F9-3C6A836380CC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4F360-50E6-48DB-A399-9E29488C7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BFD8B-DC5A-4252-A45F-9FF396291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CDEE-385A-4759-AE5C-BF5D95B5A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473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FDEA0-1807-4956-9D75-FEBB8EC2A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F59471-C360-4895-9C9F-2DFF279EA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C8F84-D62A-4921-BC37-7ACE00769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2D782-4A2A-4BB7-90F9-3C6A836380CC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CACCC-C430-4DB6-A95C-985907502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5669B-8C39-4D3A-B599-C7855AC06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CDEE-385A-4759-AE5C-BF5D95B5A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448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838D2-B708-4A38-A52E-00322A0F9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2372C-1D05-4C52-98B0-542AFBD0FA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7DD19B-EFAC-4D4A-95B5-CF8757B26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232035-0BB4-401D-B447-1BEFEDB9D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2D782-4A2A-4BB7-90F9-3C6A836380CC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47A067-5F4D-44BE-82B6-3E91316D4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8487B4-E2B7-47C2-BFE5-AE1CD486D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CDEE-385A-4759-AE5C-BF5D95B5A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578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2DEC6-434E-495D-A1CB-6728CF6A5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70371-DB1C-4120-ACFA-0F15EC52E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A14838-FDAB-43E3-946E-36F79BC135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0B1BD7-5A9C-4760-AAB8-369284C0F0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E0D1A0-D92B-4BB1-8D8E-F667D10BD1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DF50EA-208A-462C-A545-1B0D69922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2D782-4A2A-4BB7-90F9-3C6A836380CC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8296B0-EEB7-4BC3-BD2A-8777029B0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7D5903-D9B3-4B6A-88E9-404F0C54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CDEE-385A-4759-AE5C-BF5D95B5A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957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14D5D-0B51-4461-A1F7-369903543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1DC31-AAAA-46BC-9DFF-8AE3B1689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2D782-4A2A-4BB7-90F9-3C6A836380CC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80E132-4C30-4C86-AF1C-BF57DD538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EF2DCD-F848-4A14-ACEF-D91020D8E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CDEE-385A-4759-AE5C-BF5D95B5A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098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8F70E7-B2E8-4BB7-A6A0-4C5DCB0CC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2D782-4A2A-4BB7-90F9-3C6A836380CC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8249D5-4FD3-43DD-AC34-A13125F1B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11B51-C000-409C-B334-D73B80E9B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CDEE-385A-4759-AE5C-BF5D95B5A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957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BD39F-5D2C-4036-88A3-E005C0EC5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F6C08-6A92-4A55-AF0C-F6E9E52FA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69601F-D1F2-42BA-B5D5-45740C39CA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401851-0E62-4D54-A672-60E2654FD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2D782-4A2A-4BB7-90F9-3C6A836380CC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AEB0E4-08FE-45C9-B63A-C2157C0E0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4DD4B4-AB87-43F3-BEAA-7F3A3496F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CDEE-385A-4759-AE5C-BF5D95B5A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150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D9740-4EC8-4A22-91CE-150D78623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644CD5-4334-49B7-B28D-CC44BCA41B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056ED3-C0F1-4F6C-89AD-38609E2C9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573BC4-3239-4BC6-9C0D-86E781318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2D782-4A2A-4BB7-90F9-3C6A836380CC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5A7E52-B06E-4DB0-B10F-F819B3185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FBB5D-B60A-45C4-B3DE-12CB52365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CDEE-385A-4759-AE5C-BF5D95B5A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425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CED73-5175-4946-891C-D5EABBE37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7C92E4-EEBB-437B-8E20-BBE8F4B396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A87C7-1919-44C7-899C-5DA8F4889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2D782-4A2A-4BB7-90F9-3C6A836380CC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0A496-7CD8-4F90-9386-B554E6EB7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F5F26-ED10-4CB5-B726-B2564A499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CDEE-385A-4759-AE5C-BF5D95B5A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695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862487-F6E1-4BEF-8E92-CA76C39134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F38882-EDFB-4BC9-AB0A-596B184052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ABB80-A892-45DE-B45D-B505012D7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2D782-4A2A-4BB7-90F9-3C6A836380CC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51CD3-8B07-4B1B-A28A-1A2B81669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661A2-3092-41E6-B2FC-0120EA377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CDEE-385A-4759-AE5C-BF5D95B5A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78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0C47D4-72F7-44E6-BDCB-6D898DD50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DB478-CFA8-43DB-B6A3-13FC11CA1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41522-3AB3-4BF2-87EE-E4A4F35768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32D782-4A2A-4BB7-90F9-3C6A836380CC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608C2-3391-4A6D-959B-80196EBAF6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B028B-2FD1-409F-B82B-5BF937CA1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CDEE-385A-4759-AE5C-BF5D95B5A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054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A3C06B-E224-4A2C-9827-2A9B07F23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779" y="1015532"/>
            <a:ext cx="9410700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559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74CDBCF-9211-4E45-AFF7-362601182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12" y="790574"/>
            <a:ext cx="10391775" cy="5373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777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FF0E753-E1EF-413F-9C2A-A18AFA6F2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1163786"/>
            <a:ext cx="10287000" cy="48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972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B9976D-B6B3-4FB7-A15F-A377A162D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896" y="966787"/>
            <a:ext cx="10487842" cy="5025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167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3986492-F730-427F-85DC-131BAE5AC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987" y="809625"/>
            <a:ext cx="10106025" cy="523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17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761D47-9C81-4C6A-867F-AA0BEB9CA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671512"/>
            <a:ext cx="10058400" cy="551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979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AA7C68B-C614-4FFB-8F2E-4E3DFC931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01" y="913671"/>
            <a:ext cx="9919597" cy="5325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18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16F63E6-35A0-4886-B989-1E418C877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374" y="771524"/>
            <a:ext cx="9625601" cy="5381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258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8A6B9D2-C23D-442D-A5CE-5763EAC5B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69" y="1009649"/>
            <a:ext cx="10421456" cy="500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354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5FD9A14-51E6-4363-82EB-0D433A43A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393" y="847725"/>
            <a:ext cx="9553575" cy="5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054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2E79F81-2FD9-47D5-A172-7018445B4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612" y="842962"/>
            <a:ext cx="10359838" cy="522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860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5179DE-304D-4572-A4AA-99FA8AF2B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5" y="790575"/>
            <a:ext cx="10001250" cy="527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670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665995-879C-444B-98AA-E6DD10BF3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738187"/>
            <a:ext cx="9763125" cy="538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039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17AEF01-A690-4157-95F1-F8E927534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757237"/>
            <a:ext cx="9925050" cy="534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00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BA04CB1-C671-49A4-BD1F-412E9B534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243012"/>
            <a:ext cx="1013460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322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Maneeha Jawaid</dc:creator>
  <cp:lastModifiedBy>Maneeha Jawaid</cp:lastModifiedBy>
  <cp:revision>1</cp:revision>
  <dcterms:created xsi:type="dcterms:W3CDTF">2025-01-07T10:16:35Z</dcterms:created>
  <dcterms:modified xsi:type="dcterms:W3CDTF">2025-01-07T10:22:10Z</dcterms:modified>
</cp:coreProperties>
</file>