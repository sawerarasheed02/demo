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6DE5-C97C-4021-8AC2-CF05DA683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FE8C6-AA8C-4D39-9EEB-BD31F93CF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D628D-5FDD-4375-805D-58B76EAF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BD17A-EC7D-4DED-A9A1-69A117FB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A9772-AC31-49FC-8220-4ACA68E6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77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AD46-D4C7-4A96-AA4E-35D74093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4E2EF-0410-4DBF-B571-BEFD12BAA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2B072-B44E-401A-A8B7-182E2825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5486C-D03A-4569-A904-51B98E1F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1EC6F-406A-45B1-9DEE-C6A956BC1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2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D0F4-6BD2-4993-928F-3A1E44978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9D088-5951-4F62-99D0-1A5206BA1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8D232-0A38-4C32-8A2F-57B17F29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B99CC-642C-4467-935C-EF093BBF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F163F-BD57-43E1-B71D-893E7D7B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3CD7C-7163-4F9B-A78A-650DA0E7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8EABF-C575-4FCE-9E70-E736BB1E7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D3E18-70BA-4E3B-819E-0DF6A02FD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9060C-77D5-4ABA-96C8-9B947DB6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2B654-55E1-4BF4-90C1-41054C28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D3735-AEE4-4B52-B01B-CE2DF045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3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5370-0C06-4250-A0C8-953CEA44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36BF9-782E-455F-A6FE-9303AC420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7236D-BC20-4F44-BA1E-46FD847AD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DACB5-D589-47D9-8F15-926134E99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0236E-0119-4FEF-B0EB-D1255E680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03DC5-9F1C-4839-97D7-2658A83B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7A22D-48DB-4119-9CA0-22BEAA5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D6ABE-5DDA-4DCE-A47D-AD0B7339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6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62E7-90DB-425A-A489-1E1E710C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0D31B-82E9-4737-B399-412512747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A4769-4871-428F-AA49-5AA1A747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DE120-9A81-4940-966B-EDE96AE7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2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125DD-0EE1-428B-AE14-0F97C923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C0251-0540-45F6-ADE2-8E3622B3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DB45-078C-4683-8037-B961E8CD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0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B035-DDE3-4F6B-A3C8-C5088EA5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3A18-C068-4871-8A80-445D329EC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96A60-2016-42EF-A5C6-760ECA357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5E4BB-3790-442A-923A-A7EAD98A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F8E0E-4FA2-4D78-BEAD-FD834319F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C701-0265-4F1C-A2D4-A9C3BD4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7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919A-8398-4C7E-B631-A9DD545E8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A6BA18-911F-407F-B845-5759BC2BA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08252-F20A-4C85-9B62-C9160E2BB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5FB37-618F-45B9-B4FA-9F6D9CD5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CF6E8-8761-4718-82A9-8E7B2188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939C8-7A6F-4180-8A16-8EF15DD6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2606-A4E3-46D5-BAF9-7611AC2B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34BA3-6B15-4900-9443-BDA1FD04F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EF3EC-6E1D-4872-8C15-F5A16042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25EFA-3320-4196-82A6-201A3F97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4B0E8-F121-4BCE-88AF-59E739D9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6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82384C-B9C6-4F80-B232-1A940CE02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B2B4C-4009-43ED-9AC6-AF77E13E2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1EE8-8C41-44C2-B347-E8FBB922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516D2-98F4-4BC9-AC88-43FFBF79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32751-35C0-49D9-8DC8-B3D15EF5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E47EBD-75AE-4973-8017-ADEDC8947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B1B1E-6F96-44AB-A499-69E7C6730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BB8B6-AB92-4A54-AA37-BA9F1715F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692E3-C752-4679-B47C-1547062D64F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E5096-6B01-498A-807C-DC0096158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2791F-D18E-4015-80B7-4E03D0F7B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513D1-303A-4013-B985-1F1EF9959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2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1EF4A-B0F0-4C77-8476-171ECB0B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33" y="1069087"/>
            <a:ext cx="9198733" cy="471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96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AB8DDA-3DED-46E1-8FF8-4CD1CA33A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336" y="1293999"/>
            <a:ext cx="9727327" cy="489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39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C5FE02-D0A9-4319-A0D3-958D53872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30" y="970204"/>
            <a:ext cx="10319340" cy="529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3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5B95C4-52EE-4323-B9CC-185E987BC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1" y="1039037"/>
            <a:ext cx="10048687" cy="504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0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E2F669-489A-4D60-B835-5C45C23B2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46" y="597049"/>
            <a:ext cx="10064674" cy="52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39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06DA86-DECE-476E-8437-17DFC9DA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75" y="1069152"/>
            <a:ext cx="9535999" cy="489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43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3A5843-3C12-4042-82A2-55AF19E8E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44" y="784411"/>
            <a:ext cx="9563835" cy="528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0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DE8502-A2AD-4168-B0CD-9128CE97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16" y="871986"/>
            <a:ext cx="9972934" cy="504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4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D35062-2795-4FE7-A1F3-ED03697F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733" y="1342519"/>
            <a:ext cx="9158123" cy="462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7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D9C450-A899-4FD2-9C05-C72FEAF35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55" y="600447"/>
            <a:ext cx="9477488" cy="565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7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CFEA9D-9A31-4E75-A63A-CA08B9E03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19" y="498100"/>
            <a:ext cx="9560624" cy="51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9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Maneeha Jawaid</dc:creator>
  <cp:lastModifiedBy>Maneeha Jawaid</cp:lastModifiedBy>
  <cp:revision>1</cp:revision>
  <dcterms:created xsi:type="dcterms:W3CDTF">2025-01-07T10:03:15Z</dcterms:created>
  <dcterms:modified xsi:type="dcterms:W3CDTF">2025-01-07T10:08:12Z</dcterms:modified>
</cp:coreProperties>
</file>